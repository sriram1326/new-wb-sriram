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41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DOMINO'S PIZZA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INTERNSHIP REPORT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RA2031204020024 - Sriram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Food Industry Analysis | Company Profile | Training Experience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Fast Food?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food is mass-produced, commercially resold food that emphasizes speed of service.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Characteristics: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time for preparation and consumption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menu variety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Finger food or food requiring minimal utensils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Disposable packaging and plates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FAST FOOD MARKET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Size &amp; Growth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657600" cy="54864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$862.05 Billion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 Market Value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097280"/>
            <a:ext cx="3657600" cy="54864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0972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$1,467.04 Billion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02920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2028 Value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Drivers: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274320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Rising demand for convenience foods and quick snacks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Hectic lifestyles of millennials and working populations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in online food delivery platforms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consumer spending on food away from home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FOOD MARKET SEGMENTATION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Product Type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114800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Burgers &amp; Sandwiches - 45%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Pizza &amp; Pasta - 30%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 &amp; Latin Food - 20%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Others - 5%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0" y="731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Service Type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0" y="1143000"/>
            <a:ext cx="3657600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2801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On-Premise Dining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&amp; Take-Away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Insights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36118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America - $337.8 Billion (2020) | Dominated by established chains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 - Continuous expansion driven by tourism and changing preferences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 Pacific - Strong growth through digital platforms and urbanization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America, MEA - Moderate growth with rising convenience meal demand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DOMINO'S PIZZA - COMPANY PROFILE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4114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1960 in Ypsilanti, Michigan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 Monaghan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CEO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Russell Weiner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0" y="82296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Presence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~17,000 locations across 90+ countries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5,701 cities worldwide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Headquarters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 Arbor, Michigan, USA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Milestones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6118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1967 - First franchise opened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1983 - First international location (Canada)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2004 - Listed on New York Stock Exchange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2016 - Opened 1,000th location in India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PROFILES AT DOMINO'S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73152" cy="164592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Driver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124712"/>
            <a:ext cx="411480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orders on time, manage cash, navigate neighborhoods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120640" y="777240"/>
            <a:ext cx="73152" cy="164592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0" y="777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Pizza Maker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03520" y="1124712"/>
            <a:ext cx="411480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pizzas, ensure quality, work in fast-paced environment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514600"/>
            <a:ext cx="73152" cy="164592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514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Manager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862072"/>
            <a:ext cx="411480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Oversee daily operations, manage staff, handle complaints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20640" y="2514600"/>
            <a:ext cx="73152" cy="164592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0" y="2514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Manager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03520" y="2862072"/>
            <a:ext cx="411480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entire store, hiring, inventory, sales targets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251960"/>
            <a:ext cx="73152" cy="164592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251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Service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599432"/>
            <a:ext cx="411480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orders, answer questions, resolve issues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120640" y="4251960"/>
            <a:ext cx="73152" cy="164592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0" y="4251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 Manager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03520" y="4599432"/>
            <a:ext cx="411480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operations, manage inventory, staff supervision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INTERNSHIP TRAINING EXPERIENCE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64592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972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Management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57400" y="1097280"/>
            <a:ext cx="164592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2057400" y="10972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Handling &amp; Billing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40480" y="1097280"/>
            <a:ext cx="164592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0" y="10972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Operations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23560" y="1097280"/>
            <a:ext cx="164592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10972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Pizza Making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06640" y="1097280"/>
            <a:ext cx="164592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7406640" y="10972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Care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Learning Outcomes: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219456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of end-to-end pizza restaurant operations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experience in inventory control and cost management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Proficiency in cash handling and billing systems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of delivery logistics and customer service excellence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safety and quality standards in pizza preparation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management and teamwork in high-pressure environments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MANAGEMENT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Principles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inventory monitoring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Just-In-Time (JIT) system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Order Quantity (EOQ)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stock maintenance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reduction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0" y="777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Pizza Shop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0" y="11430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ingredient levels daily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based on sales data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expiration dates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FIFO (First In, First Out)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inventory management software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154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Benefits: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holding costs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Improves cash flow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Minimizes waste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Enhances customer satisfaction through availability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HANDLING &amp; BILLING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Methods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transactions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&amp; debit cards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payments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prepayment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0" y="777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Protocols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0" y="11430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Lockable cash drawers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PCI DSS compliance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cameras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cash balancing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Operating Procedures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2296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cash at transactions to verify exact amount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receipts for all transactions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refunds according to company policies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accurate records of all sales and payments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registers at end of shift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OPERATIONS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Ordering Process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order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order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In-store order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0" y="777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Features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0" y="11430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tracking enabled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order updates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30-minute promise (select regions)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Area-based delivery fees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Process Flow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1554480" cy="36576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880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Ready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03120" y="3063240"/>
            <a:ext cx="548640" cy="0"/>
          </a:xfrm>
          <a:prstGeom prst="line">
            <a:avLst/>
          </a:prstGeom>
          <a:noFill/>
          <a:ln w="25400">
            <a:solidFill>
              <a:srgbClr val="C41E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0" y="2880360"/>
            <a:ext cx="1554480" cy="36576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0" y="2880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89120" y="3063240"/>
            <a:ext cx="548640" cy="0"/>
          </a:xfrm>
          <a:prstGeom prst="line">
            <a:avLst/>
          </a:prstGeom>
          <a:noFill/>
          <a:ln w="25400">
            <a:solidFill>
              <a:srgbClr val="C41E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0" y="2880360"/>
            <a:ext cx="1554480" cy="36576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2880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75120" y="3063240"/>
            <a:ext cx="548640" cy="0"/>
          </a:xfrm>
          <a:prstGeom prst="line">
            <a:avLst/>
          </a:prstGeom>
          <a:noFill/>
          <a:ln w="25400">
            <a:solidFill>
              <a:srgbClr val="C41E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2880360"/>
            <a:ext cx="1554480" cy="36576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0" y="2880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Driver Training includes: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37490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driving practices and defensive techniques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service skills and professional communication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safety and proper handling procedures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and GPS system usage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PIZZA MAKING PROCESS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1737360"/>
          </a:xfrm>
          <a:prstGeom prst="rect">
            <a:avLst/>
          </a:prstGeom>
          <a:solidFill>
            <a:srgbClr val="F5F5F5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320040" cy="17373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9601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Dough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37160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High-quality flour, daily fresh deliveries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822960"/>
            <a:ext cx="2743200" cy="1737360"/>
          </a:xfrm>
          <a:prstGeom prst="rect">
            <a:avLst/>
          </a:prstGeom>
          <a:solidFill>
            <a:srgbClr val="F5F5F5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822960"/>
            <a:ext cx="320040" cy="17373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96012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657600" y="9601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 &amp; Shape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0" y="137160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Dough stretched to desired crust size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822960"/>
            <a:ext cx="2743200" cy="1737360"/>
          </a:xfrm>
          <a:prstGeom prst="rect">
            <a:avLst/>
          </a:prstGeom>
          <a:solidFill>
            <a:srgbClr val="F5F5F5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822960"/>
            <a:ext cx="320040" cy="17373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96012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583680" y="9601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Sauce &amp; Toppings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0" y="137160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sauce, cheese, and selected toppings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834640"/>
            <a:ext cx="2743200" cy="1737360"/>
          </a:xfrm>
          <a:prstGeom prst="rect">
            <a:avLst/>
          </a:prstGeom>
          <a:solidFill>
            <a:srgbClr val="F5F5F5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834640"/>
            <a:ext cx="320040" cy="17373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297180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31520" y="29718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338328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Bake at 450-500°F for 10-12 minutes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2834640"/>
            <a:ext cx="2743200" cy="1737360"/>
          </a:xfrm>
          <a:prstGeom prst="rect">
            <a:avLst/>
          </a:prstGeom>
          <a:solidFill>
            <a:srgbClr val="F5F5F5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2834640"/>
            <a:ext cx="320040" cy="17373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3291840" y="297180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3657600" y="29718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Check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0" y="338328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for quality, taste, and appearance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2834640"/>
            <a:ext cx="2743200" cy="1737360"/>
          </a:xfrm>
          <a:prstGeom prst="rect">
            <a:avLst/>
          </a:prstGeom>
          <a:solidFill>
            <a:srgbClr val="F5F5F5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2834640"/>
            <a:ext cx="320040" cy="17373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297180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583680" y="29718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 &amp; Deliver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583680" y="338328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Cut, box, and prepare for delivery or pickup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CARE &amp; SERVICE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Responsibilities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customer orders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menu questions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payments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complaints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 customer satisfaction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0" y="777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Channels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0" y="109728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hotline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support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chat on website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 platforms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Skills for Customer Service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listening and empathy towards customer concerns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and professional communication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Problem-solving and conflict resolution abilities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knowledge (ingredients, cooking methods, menu options)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Patience and composure in handling difficult situations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INTERNSHIP EXPERIENCE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 learning environment with supportive team members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Gained practical knowledge in money management and financial accuracy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Developed strong communication and customer interaction skills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 the importance of time management in high-pressure situations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teamwork abilities and collaborative problem-solving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Learnings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429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difficult aspect: Managing time during peak hours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Prioritization and coordination with team members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part: Learning new skills daily and building team relationships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Overall: Amazing experience with supportive management and hardworking team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DOMINO'S SWOT ANALYSIS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114800" cy="32004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77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stores in small cities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delivery in &lt;30 minutes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service at outlets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satisfaction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Affordable pricing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deals &amp; promotions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777240"/>
            <a:ext cx="4114800" cy="3200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777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63440" y="114300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menu variety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outlet space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Atmosphere not as expected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special event facilities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suitable for business lunches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926080"/>
            <a:ext cx="4114800" cy="32004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926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29184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potential in fast-food industry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expansion options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Larger outlet spaces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Take-away counters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926080"/>
            <a:ext cx="4114800" cy="32004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2926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329184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Emergence of Papa John's and competitors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Competitors with higher quality &amp; variety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Rise in takeout counters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Changing consumer preferences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3A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7315200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6304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internship at Domino's Pizza provided comprehensive exposure to the fast-food industry and operational excellence.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hands-on training in inventory management, cash handling, delivery operations, pizza making, and customer care, I gained valuable skills applicable to any business environment.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combination of theoretical knowledge and practical experience, coupled with a supportive team environment, made this internship instrumental in my professional development.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Learnings: teamwork, time management, customer focus, quality standards, and operational efficiency.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41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Domino's Pizza Internship Experience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RA2031204020024 - Sriram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Domino's Pizza Internship Report</dc:title>
  <dc:subject>PptxGenJS Presentation</dc:subject>
  <dc:creator>Sriram</dc:creator>
  <cp:lastModifiedBy>Sriram</cp:lastModifiedBy>
  <cp:revision>1</cp:revision>
  <dcterms:created xsi:type="dcterms:W3CDTF">2026-02-19T03:41:47Z</dcterms:created>
  <dcterms:modified xsi:type="dcterms:W3CDTF">2026-02-19T03:41:47Z</dcterms:modified>
</cp:coreProperties>
</file>